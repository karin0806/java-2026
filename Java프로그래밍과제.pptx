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1" d="100"/>
          <a:sy n="71" d="100"/>
        </p:scale>
        <p:origin x="84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07A0B-77CA-0F19-6741-1DE3D8AC5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19617C-BD2F-5635-D539-1019BAFF7B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AF749F-0C44-E215-79D5-B0317A7AB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3815A0-4BF1-F9C3-5FCC-DA8FB9E98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CB8EC7-71EC-431A-C849-514FDCF1A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077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724A76-8708-1B67-B388-939840F7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7F660F-58C3-FCF6-726A-2FEE8EBC69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3FC150-6E9A-D67D-43A6-4F13C982C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73430D-05D3-C6A7-4404-11736625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BA17CA-7A5A-F3BB-76EA-E5840518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6108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61DB0F-2C5C-D6C2-628F-102B29A3C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4FB2AB-C149-7B10-9185-DE768FDC8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FE9661-0800-6338-1E48-2D96E15F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FE486A-C2AC-8864-D326-D363E5CB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815029-7547-48AE-6062-7FDA28B2D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9749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598E6-3CAD-9A16-079E-120AD23D6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4BEA46-E3EF-3D23-2E2E-EB9368E238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C60F8E-691B-4481-69AB-D62D4D172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A353B2-4E2D-A545-D881-28DBAB847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D562D2-A229-1F20-3253-A64671F1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90308E-B825-FD90-E1A0-661B30E04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56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D3C97-D43E-3EE8-CB79-41CE6E55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DA884F-AD98-5C4E-BF4D-C74911666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41429D-4040-B657-A9B9-5B05B9763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7574ED7-F9EE-57B0-7641-8410D9F26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9A1BCC-A06E-307C-D1A0-D407FAB55A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8169DFA-3D3A-A98D-BCB4-E83C37F48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C7C63A-823B-1FED-F633-82351AE46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8D4C81-D044-95CA-BCE3-8641D3FEA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193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913BA-F18D-9F26-F4F3-003582EFD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024EEE4-6FEE-A1F2-5717-763DCCF83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0650881-C27C-7F17-8331-5952CCE3E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F6FF45-6182-1449-5A00-7FB48F65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168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ABE561A-9E17-1439-CD27-069BB5CC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3EB0F44-2FE2-D86E-A51F-0C74FBEC4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793030-276C-875E-92B1-551E04F8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420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41678-EDC1-23D1-B6B3-0FCDAEE76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755DE8-5D5A-3A05-41D5-71A649C6E6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995E9A-2E64-E44B-46B7-E6A6BDA08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745B63C-AD46-B5FB-0FFA-E68587296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574CF6-59ED-A754-3044-660AC8DA9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07E0259-7088-AA0A-4BC0-FFC43F970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447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BAF9C-A748-18F3-1DE9-2B33A5961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44453EB-5A7E-5D1C-E235-64EC794C1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71B93DA-CBFD-B072-6692-92B2F5F0E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155299-689C-E7C1-FF41-B056771B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4AFE0C-A85C-46C6-60AE-E5C84321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C89DAA-2567-B0B6-DB89-C7AB1497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60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CCBE86-B1A7-E858-5BE6-F9FF7B559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128ECD-F3F0-5E14-4A3D-D74A0FF74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6ADEF-06B3-41EA-BE90-ED69AA35E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91AD33-83B5-BB52-6185-4B6D9D0C7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63320F-38B5-639F-1A05-3961283E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27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D2E6BF-A1C6-1ACF-73A3-A46C4D9F2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CC743D-1AF0-00FF-3697-A9EA215CCE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4E568B-28CB-447E-8E19-699E80B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B7CE6B-50E4-1A8A-B4E9-533DFEE9B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C8F3DE-D622-46D0-226A-17771EF75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548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BA0D2F7-9DEF-FD2E-C0BA-8A66B71B0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E49684-669F-486B-8EF8-0B059362D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15CD0B-ECC7-F3AA-2FD5-067D4DD4B0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57122F-D3C0-4D95-BCD4-69FDD20B3EF8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46D935-7961-DAC0-00EB-5539638DA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8C823D-4D23-A4A5-C61F-8F58D1808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A31C4-BAFA-4CB9-9C28-E8FFD3E1FF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427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ABA76-7018-B724-53B6-2F5C8F0503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Java</a:t>
            </a:r>
            <a:r>
              <a:rPr lang="ko-KR" altLang="en-US" dirty="0"/>
              <a:t>프로그래밍과제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2DCA8EA-F727-CD69-9200-1C94C1C4AA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2401049	</a:t>
            </a:r>
            <a:r>
              <a:rPr lang="ko-KR" altLang="en-US" dirty="0"/>
              <a:t>김효은</a:t>
            </a:r>
          </a:p>
        </p:txBody>
      </p:sp>
    </p:spTree>
    <p:extLst>
      <p:ext uri="{BB962C8B-B14F-4D97-AF65-F5344CB8AC3E}">
        <p14:creationId xmlns:p14="http://schemas.microsoft.com/office/powerpoint/2010/main" val="3010908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0C56A1B-3DA2-692C-57B9-3B7D1A638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930" y="301733"/>
            <a:ext cx="6439396" cy="62545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F86AF0-7828-DBA8-0492-E5FB5D2ECBC5}"/>
              </a:ext>
            </a:extLst>
          </p:cNvPr>
          <p:cNvSpPr txBox="1"/>
          <p:nvPr/>
        </p:nvSpPr>
        <p:spPr>
          <a:xfrm>
            <a:off x="1021976" y="497541"/>
            <a:ext cx="1231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과제</a:t>
            </a:r>
            <a:r>
              <a:rPr lang="en-US" altLang="ko-KR" sz="3200" dirty="0"/>
              <a:t>1</a:t>
            </a:r>
            <a:endParaRPr lang="ko-KR" alt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6E8196-A2A8-BE6E-D7CF-83A9C2F96CFF}"/>
              </a:ext>
            </a:extLst>
          </p:cNvPr>
          <p:cNvSpPr txBox="1"/>
          <p:nvPr/>
        </p:nvSpPr>
        <p:spPr>
          <a:xfrm>
            <a:off x="121024" y="1196788"/>
            <a:ext cx="523090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하나 의 상자에 오렌지가 </a:t>
            </a:r>
            <a:r>
              <a:rPr lang="en-US" altLang="ko-KR" dirty="0"/>
              <a:t>10</a:t>
            </a:r>
            <a:r>
              <a:rPr lang="ko-KR" altLang="en-US" dirty="0"/>
              <a:t>씩 들어갈 경우</a:t>
            </a:r>
            <a:endParaRPr lang="en-US" altLang="ko-KR" dirty="0"/>
          </a:p>
          <a:p>
            <a:r>
              <a:rPr lang="en-US" altLang="ko-KR" dirty="0"/>
              <a:t>127</a:t>
            </a:r>
            <a:r>
              <a:rPr lang="ko-KR" altLang="en-US" dirty="0"/>
              <a:t>개이기 때문에 나눔이 나올 수 밖에 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코딩 문장을 작성한다면 </a:t>
            </a:r>
            <a:endParaRPr lang="en-US" altLang="ko-KR" dirty="0"/>
          </a:p>
          <a:p>
            <a:r>
              <a:rPr lang="ko-KR" altLang="en-US" dirty="0"/>
              <a:t>오렌지 개수를 작성하는 문장을 </a:t>
            </a:r>
            <a:r>
              <a:rPr lang="ko-KR" altLang="en-US" dirty="0" err="1"/>
              <a:t>작성후</a:t>
            </a:r>
            <a:r>
              <a:rPr lang="ko-KR" altLang="en-US" dirty="0"/>
              <a:t> 답을 작성할 수 있게 </a:t>
            </a:r>
            <a:r>
              <a:rPr lang="en-US" altLang="ko-KR" dirty="0"/>
              <a:t>:</a:t>
            </a:r>
            <a:r>
              <a:rPr lang="ko-KR" altLang="en-US" dirty="0"/>
              <a:t>을 </a:t>
            </a:r>
            <a:r>
              <a:rPr lang="ko-KR" altLang="en-US" dirty="0" err="1"/>
              <a:t>붙힌다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답을 작성할 수 있는 문장은 </a:t>
            </a:r>
            <a:r>
              <a:rPr lang="en-US" altLang="ko-KR" dirty="0" err="1"/>
              <a:t>input.nextInt</a:t>
            </a:r>
            <a:r>
              <a:rPr lang="en-US" altLang="ko-KR" dirty="0"/>
              <a:t>();</a:t>
            </a:r>
            <a:r>
              <a:rPr lang="ko-KR" altLang="en-US" dirty="0"/>
              <a:t>을 사용한다</a:t>
            </a:r>
            <a:r>
              <a:rPr lang="en-US" altLang="ko-KR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701334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0148A94-5BAA-14EB-E052-6D61A9695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740" y="0"/>
            <a:ext cx="5432166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DE70519-F41A-AB05-8EE1-DFBF5807B1C2}"/>
              </a:ext>
            </a:extLst>
          </p:cNvPr>
          <p:cNvSpPr txBox="1"/>
          <p:nvPr/>
        </p:nvSpPr>
        <p:spPr>
          <a:xfrm>
            <a:off x="1761564" y="-80683"/>
            <a:ext cx="1231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과제</a:t>
            </a:r>
            <a:r>
              <a:rPr lang="en-US" altLang="ko-KR" sz="3200" dirty="0"/>
              <a:t>2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058926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B24B27-1115-0464-1DC7-12894FCB7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9885" y="0"/>
            <a:ext cx="4963477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E8C1FA-23FC-3706-C1ED-4AA61A9F02AA}"/>
              </a:ext>
            </a:extLst>
          </p:cNvPr>
          <p:cNvSpPr txBox="1"/>
          <p:nvPr/>
        </p:nvSpPr>
        <p:spPr>
          <a:xfrm>
            <a:off x="1673138" y="457200"/>
            <a:ext cx="123142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과제</a:t>
            </a:r>
            <a:r>
              <a:rPr lang="en-US" altLang="ko-KR" sz="3200" dirty="0"/>
              <a:t>3</a:t>
            </a:r>
            <a:endParaRPr lang="ko-KR" alt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7AF91F-EC00-A057-8D36-D1E4A0331022}"/>
              </a:ext>
            </a:extLst>
          </p:cNvPr>
          <p:cNvSpPr txBox="1"/>
          <p:nvPr/>
        </p:nvSpPr>
        <p:spPr>
          <a:xfrm>
            <a:off x="753035" y="1225689"/>
            <a:ext cx="5189081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Z,y,z</a:t>
            </a:r>
            <a:r>
              <a:rPr lang="ko-KR" altLang="en-US" dirty="0"/>
              <a:t>를 사용하기 위해선 </a:t>
            </a:r>
            <a:r>
              <a:rPr lang="en-US" altLang="ko-KR" dirty="0"/>
              <a:t>int</a:t>
            </a:r>
            <a:r>
              <a:rPr lang="ko-KR" altLang="en-US" dirty="0"/>
              <a:t>를 넣어 사용해준다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문제중</a:t>
            </a:r>
            <a:r>
              <a:rPr lang="ko-KR" altLang="en-US" dirty="0"/>
              <a:t> 세 개의 정수를 입력하세요</a:t>
            </a:r>
            <a:r>
              <a:rPr lang="en-US" altLang="ko-KR" dirty="0">
                <a:sym typeface="Wingdings" panose="05000000000000000000" pitchFamily="2" charset="2"/>
              </a:rPr>
              <a:t> </a:t>
            </a:r>
            <a:r>
              <a:rPr lang="ko-KR" altLang="en-US" dirty="0">
                <a:sym typeface="Wingdings" panose="05000000000000000000" pitchFamily="2" charset="2"/>
              </a:rPr>
              <a:t>문장이 있었으니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err="1">
                <a:sym typeface="Wingdings" panose="05000000000000000000" pitchFamily="2" charset="2"/>
              </a:rPr>
              <a:t>System.out.print</a:t>
            </a:r>
            <a:r>
              <a:rPr lang="en-US" altLang="ko-KR" dirty="0">
                <a:sym typeface="Wingdings" panose="05000000000000000000" pitchFamily="2" charset="2"/>
              </a:rPr>
              <a:t>(“</a:t>
            </a:r>
            <a:r>
              <a:rPr lang="ko-KR" altLang="en-US" dirty="0">
                <a:sym typeface="Wingdings" panose="05000000000000000000" pitchFamily="2" charset="2"/>
              </a:rPr>
              <a:t>세 개의 정수를 입력해주세요</a:t>
            </a:r>
            <a:r>
              <a:rPr lang="en-US" altLang="ko-KR" dirty="0">
                <a:sym typeface="Wingdings" panose="05000000000000000000" pitchFamily="2" charset="2"/>
              </a:rPr>
              <a:t>.”);  </a:t>
            </a:r>
            <a:r>
              <a:rPr lang="ko-KR" altLang="en-US" dirty="0">
                <a:sym typeface="Wingdings" panose="05000000000000000000" pitchFamily="2" charset="2"/>
              </a:rPr>
              <a:t>입력하는 게 </a:t>
            </a:r>
            <a:r>
              <a:rPr lang="ko-KR" altLang="en-US" dirty="0" err="1">
                <a:sym typeface="Wingdings" panose="05000000000000000000" pitchFamily="2" charset="2"/>
              </a:rPr>
              <a:t>필요없으니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:</a:t>
            </a:r>
            <a:r>
              <a:rPr lang="ko-KR" altLang="en-US" dirty="0">
                <a:sym typeface="Wingdings" panose="05000000000000000000" pitchFamily="2" charset="2"/>
              </a:rPr>
              <a:t>는 사용하지 않는다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en-US" altLang="ko-KR" dirty="0">
                <a:sym typeface="Wingdings" panose="05000000000000000000" pitchFamily="2" charset="2"/>
              </a:rPr>
              <a:t>X= </a:t>
            </a:r>
            <a:r>
              <a:rPr lang="en-US" altLang="ko-KR" dirty="0" err="1">
                <a:sym typeface="Wingdings" panose="05000000000000000000" pitchFamily="2" charset="2"/>
              </a:rPr>
              <a:t>input.nextInt</a:t>
            </a:r>
            <a:r>
              <a:rPr lang="en-US" altLang="ko-KR" dirty="0">
                <a:sym typeface="Wingdings" panose="05000000000000000000" pitchFamily="2" charset="2"/>
              </a:rPr>
              <a:t>();</a:t>
            </a:r>
            <a:r>
              <a:rPr lang="ko-KR" altLang="en-US" dirty="0">
                <a:sym typeface="Wingdings" panose="05000000000000000000" pitchFamily="2" charset="2"/>
              </a:rPr>
              <a:t>도 사용하지 않는다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텍스트 답 </a:t>
            </a:r>
            <a:r>
              <a:rPr lang="ko-KR" altLang="en-US" dirty="0" err="1">
                <a:sym typeface="Wingdings" panose="05000000000000000000" pitchFamily="2" charset="2"/>
              </a:rPr>
              <a:t>입력할때만</a:t>
            </a:r>
            <a:r>
              <a:rPr lang="ko-KR" altLang="en-US" dirty="0">
                <a:sym typeface="Wingdings" panose="05000000000000000000" pitchFamily="2" charset="2"/>
              </a:rPr>
              <a:t> 사용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err="1">
                <a:sym typeface="Wingdings" panose="05000000000000000000" pitchFamily="2" charset="2"/>
              </a:rPr>
              <a:t>System.out.println</a:t>
            </a:r>
            <a:r>
              <a:rPr lang="en-US" altLang="ko-KR" dirty="0">
                <a:sym typeface="Wingdings" panose="05000000000000000000" pitchFamily="2" charset="2"/>
              </a:rPr>
              <a:t>();</a:t>
            </a:r>
            <a:r>
              <a:rPr lang="ko-KR" altLang="en-US" dirty="0">
                <a:sym typeface="Wingdings" panose="05000000000000000000" pitchFamily="2" charset="2"/>
              </a:rPr>
              <a:t>로 한문장으로 나오지 않게 </a:t>
            </a:r>
            <a:r>
              <a:rPr lang="ko-KR" altLang="en-US" dirty="0" err="1">
                <a:sym typeface="Wingdings" panose="05000000000000000000" pitchFamily="2" charset="2"/>
              </a:rPr>
              <a:t>사용후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정수 </a:t>
            </a:r>
            <a:r>
              <a:rPr lang="en-US" altLang="ko-KR" dirty="0">
                <a:sym typeface="Wingdings" panose="05000000000000000000" pitchFamily="2" charset="2"/>
              </a:rPr>
              <a:t>1 </a:t>
            </a:r>
            <a:r>
              <a:rPr lang="ko-KR" altLang="en-US" dirty="0">
                <a:sym typeface="Wingdings" panose="05000000000000000000" pitchFamily="2" charset="2"/>
              </a:rPr>
              <a:t>정수 </a:t>
            </a:r>
            <a:r>
              <a:rPr lang="en-US" altLang="ko-KR" dirty="0">
                <a:sym typeface="Wingdings" panose="05000000000000000000" pitchFamily="2" charset="2"/>
              </a:rPr>
              <a:t>2 </a:t>
            </a:r>
            <a:r>
              <a:rPr lang="ko-KR" altLang="en-US" dirty="0">
                <a:sym typeface="Wingdings" panose="05000000000000000000" pitchFamily="2" charset="2"/>
              </a:rPr>
              <a:t>정수 </a:t>
            </a:r>
            <a:r>
              <a:rPr lang="en-US" altLang="ko-KR" dirty="0">
                <a:sym typeface="Wingdings" panose="05000000000000000000" pitchFamily="2" charset="2"/>
              </a:rPr>
              <a:t>3 </a:t>
            </a:r>
            <a:r>
              <a:rPr lang="ko-KR" altLang="en-US" dirty="0">
                <a:sym typeface="Wingdings" panose="05000000000000000000" pitchFamily="2" charset="2"/>
              </a:rPr>
              <a:t>텍스트 입력할 수 있는 문장을 입력한다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r>
              <a:rPr lang="ko-KR" altLang="en-US" dirty="0">
                <a:sym typeface="Wingdings" panose="05000000000000000000" pitchFamily="2" charset="2"/>
              </a:rPr>
              <a:t>그후에 합을 구해야 하니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err="1">
                <a:sym typeface="Wingdings" panose="05000000000000000000" pitchFamily="2" charset="2"/>
              </a:rPr>
              <a:t>Itn</a:t>
            </a:r>
            <a:r>
              <a:rPr lang="ko-KR" altLang="en-US" dirty="0">
                <a:sym typeface="Wingdings" panose="05000000000000000000" pitchFamily="2" charset="2"/>
              </a:rPr>
              <a:t> 식에 대신 쓸 기호 </a:t>
            </a:r>
            <a:r>
              <a:rPr lang="en-US" altLang="ko-KR" dirty="0" err="1">
                <a:sym typeface="Wingdings" panose="05000000000000000000" pitchFamily="2" charset="2"/>
              </a:rPr>
              <a:t>i</a:t>
            </a:r>
            <a:r>
              <a:rPr lang="ko-KR" altLang="en-US" dirty="0">
                <a:sym typeface="Wingdings" panose="05000000000000000000" pitchFamily="2" charset="2"/>
              </a:rPr>
              <a:t>를 </a:t>
            </a:r>
            <a:r>
              <a:rPr lang="ko-KR" altLang="en-US" dirty="0" err="1">
                <a:sym typeface="Wingdings" panose="05000000000000000000" pitchFamily="2" charset="2"/>
              </a:rPr>
              <a:t>넣은후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X+Y+Z</a:t>
            </a:r>
            <a:r>
              <a:rPr lang="ko-KR" altLang="en-US" dirty="0">
                <a:sym typeface="Wingdings" panose="05000000000000000000" pitchFamily="2" charset="2"/>
              </a:rPr>
              <a:t>를 더하는 문장을 작성한다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ko-KR" altLang="en-US" dirty="0">
                <a:sym typeface="Wingdings" panose="05000000000000000000" pitchFamily="2" charset="2"/>
              </a:rPr>
              <a:t>다음은 합이 </a:t>
            </a:r>
            <a:r>
              <a:rPr lang="ko-KR" altLang="en-US" dirty="0" err="1">
                <a:sym typeface="Wingdings" panose="05000000000000000000" pitchFamily="2" charset="2"/>
              </a:rPr>
              <a:t>나올수</a:t>
            </a:r>
            <a:r>
              <a:rPr lang="ko-KR" altLang="en-US" dirty="0">
                <a:sym typeface="Wingdings" panose="05000000000000000000" pitchFamily="2" charset="2"/>
              </a:rPr>
              <a:t> 있게</a:t>
            </a: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 err="1">
                <a:sym typeface="Wingdings" panose="05000000000000000000" pitchFamily="2" charset="2"/>
              </a:rPr>
              <a:t>System.out.print</a:t>
            </a:r>
            <a:r>
              <a:rPr lang="en-US" altLang="ko-KR" dirty="0">
                <a:sym typeface="Wingdings" panose="05000000000000000000" pitchFamily="2" charset="2"/>
              </a:rPr>
              <a:t>(“</a:t>
            </a:r>
            <a:r>
              <a:rPr lang="ko-KR" altLang="en-US" dirty="0">
                <a:sym typeface="Wingdings" panose="05000000000000000000" pitchFamily="2" charset="2"/>
              </a:rPr>
              <a:t>이들의 합은 </a:t>
            </a:r>
            <a:r>
              <a:rPr lang="en-US" altLang="ko-KR" dirty="0">
                <a:sym typeface="Wingdings" panose="05000000000000000000" pitchFamily="2" charset="2"/>
              </a:rPr>
              <a:t>“ + I + “</a:t>
            </a:r>
            <a:r>
              <a:rPr lang="ko-KR" altLang="en-US" dirty="0">
                <a:sym typeface="Wingdings" panose="05000000000000000000" pitchFamily="2" charset="2"/>
              </a:rPr>
              <a:t>입니다</a:t>
            </a:r>
            <a:r>
              <a:rPr lang="en-US" altLang="ko-KR" dirty="0">
                <a:sym typeface="Wingdings" panose="05000000000000000000" pitchFamily="2" charset="2"/>
              </a:rPr>
              <a:t>.”); </a:t>
            </a:r>
            <a:r>
              <a:rPr lang="ko-KR" altLang="en-US" dirty="0">
                <a:sym typeface="Wingdings" panose="05000000000000000000" pitchFamily="2" charset="2"/>
              </a:rPr>
              <a:t>를 사용하여 합한 수 </a:t>
            </a:r>
            <a:r>
              <a:rPr lang="en-US" altLang="ko-KR" dirty="0" err="1">
                <a:sym typeface="Wingdings" panose="05000000000000000000" pitchFamily="2" charset="2"/>
              </a:rPr>
              <a:t>i</a:t>
            </a:r>
            <a:r>
              <a:rPr lang="ko-KR" altLang="en-US" dirty="0">
                <a:sym typeface="Wingdings" panose="05000000000000000000" pitchFamily="2" charset="2"/>
              </a:rPr>
              <a:t>가 들어가게 한다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8782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FAC857-79FD-2A47-5D7B-CBA0615EB7F3}"/>
              </a:ext>
            </a:extLst>
          </p:cNvPr>
          <p:cNvSpPr txBox="1"/>
          <p:nvPr/>
        </p:nvSpPr>
        <p:spPr>
          <a:xfrm>
            <a:off x="2796988" y="914400"/>
            <a:ext cx="13756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과제 </a:t>
            </a:r>
            <a:r>
              <a:rPr lang="en-US" altLang="ko-KR" sz="3200" dirty="0"/>
              <a:t>4</a:t>
            </a:r>
            <a:endParaRPr lang="ko-KR" altLang="en-US" sz="32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1DD6744-F82B-23A5-137B-F853360C5C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377" y="0"/>
            <a:ext cx="5470492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C2B1AF3-5191-AC7D-E11E-2F67A73003FF}"/>
              </a:ext>
            </a:extLst>
          </p:cNvPr>
          <p:cNvSpPr txBox="1"/>
          <p:nvPr/>
        </p:nvSpPr>
        <p:spPr>
          <a:xfrm>
            <a:off x="1075765" y="2837329"/>
            <a:ext cx="539442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Int</a:t>
            </a:r>
            <a:r>
              <a:rPr lang="ko-KR" altLang="en-US" dirty="0"/>
              <a:t>에 </a:t>
            </a:r>
            <a:r>
              <a:rPr lang="en-US" altLang="ko-KR" dirty="0" err="1"/>
              <a:t>x,y,z</a:t>
            </a:r>
            <a:r>
              <a:rPr lang="en-US" altLang="ko-KR" dirty="0"/>
              <a:t> </a:t>
            </a:r>
            <a:r>
              <a:rPr lang="ko-KR" altLang="en-US" dirty="0"/>
              <a:t>값을 넣는 식을 </a:t>
            </a:r>
            <a:r>
              <a:rPr lang="ko-KR" altLang="en-US" dirty="0" err="1"/>
              <a:t>만든후</a:t>
            </a:r>
            <a:endParaRPr lang="en-US" altLang="ko-KR" dirty="0"/>
          </a:p>
          <a:p>
            <a:r>
              <a:rPr lang="ko-KR" altLang="en-US" dirty="0"/>
              <a:t>프린트할 문장 </a:t>
            </a:r>
            <a:endParaRPr lang="en-US" altLang="ko-KR" dirty="0"/>
          </a:p>
          <a:p>
            <a:r>
              <a:rPr lang="en-US" altLang="ko-KR" dirty="0" err="1"/>
              <a:t>System.out.print</a:t>
            </a:r>
            <a:r>
              <a:rPr lang="en-US" altLang="ko-KR" dirty="0"/>
              <a:t>(“</a:t>
            </a:r>
            <a:r>
              <a:rPr lang="ko-KR" altLang="en-US" dirty="0"/>
              <a:t>물건값을 입력</a:t>
            </a:r>
            <a:r>
              <a:rPr lang="en-US" altLang="ko-KR" dirty="0"/>
              <a:t>: “);</a:t>
            </a:r>
          </a:p>
          <a:p>
            <a:r>
              <a:rPr lang="ko-KR" altLang="en-US" dirty="0"/>
              <a:t>을 </a:t>
            </a:r>
            <a:r>
              <a:rPr lang="ko-KR" altLang="en-US" dirty="0" err="1"/>
              <a:t>작성후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1000</a:t>
            </a:r>
            <a:r>
              <a:rPr lang="ko-KR" altLang="en-US" dirty="0"/>
              <a:t>원</a:t>
            </a:r>
            <a:r>
              <a:rPr lang="en-US" altLang="ko-KR" dirty="0"/>
              <a:t>,500</a:t>
            </a:r>
            <a:r>
              <a:rPr lang="ko-KR" altLang="en-US" dirty="0"/>
              <a:t>원</a:t>
            </a:r>
            <a:r>
              <a:rPr lang="en-US" altLang="ko-KR" dirty="0"/>
              <a:t>,100</a:t>
            </a:r>
            <a:r>
              <a:rPr lang="ko-KR" altLang="en-US" dirty="0"/>
              <a:t>원을 입력 하는 문장을 작성한다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거스름돈을 계산하기 위해</a:t>
            </a:r>
            <a:endParaRPr lang="en-US" altLang="ko-KR" dirty="0"/>
          </a:p>
          <a:p>
            <a:r>
              <a:rPr lang="en-US" altLang="ko-KR" dirty="0"/>
              <a:t>1000</a:t>
            </a:r>
            <a:r>
              <a:rPr lang="ko-KR" altLang="en-US" dirty="0"/>
              <a:t>원</a:t>
            </a:r>
            <a:r>
              <a:rPr lang="en-US" altLang="ko-KR" dirty="0"/>
              <a:t>,500</a:t>
            </a:r>
            <a:r>
              <a:rPr lang="ko-KR" altLang="en-US" dirty="0"/>
              <a:t>원</a:t>
            </a:r>
            <a:r>
              <a:rPr lang="en-US" altLang="ko-KR" dirty="0"/>
              <a:t>,100</a:t>
            </a:r>
            <a:r>
              <a:rPr lang="ko-KR" altLang="en-US" dirty="0"/>
              <a:t>원 곱하는 식에 </a:t>
            </a:r>
            <a:r>
              <a:rPr lang="en-US" altLang="ko-KR" dirty="0"/>
              <a:t>- price</a:t>
            </a:r>
            <a:r>
              <a:rPr lang="ko-KR" altLang="en-US" dirty="0"/>
              <a:t>를 넣는다</a:t>
            </a:r>
            <a:endParaRPr lang="en-US" altLang="ko-KR" dirty="0"/>
          </a:p>
          <a:p>
            <a:r>
              <a:rPr lang="ko-KR" altLang="en-US" dirty="0"/>
              <a:t>그후 </a:t>
            </a:r>
            <a:r>
              <a:rPr lang="en-US" altLang="ko-KR" dirty="0"/>
              <a:t>/ -&gt; </a:t>
            </a:r>
            <a:r>
              <a:rPr lang="ko-KR" altLang="en-US" dirty="0"/>
              <a:t>나머지 기호를 </a:t>
            </a:r>
            <a:r>
              <a:rPr lang="ko-KR" altLang="en-US" dirty="0" err="1"/>
              <a:t>사용후</a:t>
            </a:r>
            <a:r>
              <a:rPr lang="ko-KR" altLang="en-US" dirty="0"/>
              <a:t> </a:t>
            </a:r>
            <a:r>
              <a:rPr lang="en-US" altLang="ko-KR" dirty="0"/>
              <a:t>500</a:t>
            </a:r>
            <a:r>
              <a:rPr lang="ko-KR" altLang="en-US" dirty="0"/>
              <a:t>원 개수에 </a:t>
            </a:r>
            <a:endParaRPr lang="en-US" altLang="ko-KR" dirty="0"/>
          </a:p>
          <a:p>
            <a:r>
              <a:rPr lang="ko-KR" altLang="en-US" dirty="0"/>
              <a:t>나머지 돈이 나오게 만든다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위에랑</a:t>
            </a:r>
            <a:r>
              <a:rPr lang="ko-KR" altLang="en-US" dirty="0"/>
              <a:t> 마찬가지로 문장 작성하면 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65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261</Words>
  <Application>Microsoft Office PowerPoint</Application>
  <PresentationFormat>와이드스크린</PresentationFormat>
  <Paragraphs>33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Java프로그래밍과제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YJU</dc:creator>
  <cp:lastModifiedBy>YJU</cp:lastModifiedBy>
  <cp:revision>1</cp:revision>
  <dcterms:created xsi:type="dcterms:W3CDTF">2026-03-30T06:59:25Z</dcterms:created>
  <dcterms:modified xsi:type="dcterms:W3CDTF">2026-03-30T07:00:05Z</dcterms:modified>
</cp:coreProperties>
</file>